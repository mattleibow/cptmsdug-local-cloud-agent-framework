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image" Target="../media/image-5-13.png"/><Relationship Id="rId14" Type="http://schemas.openxmlformats.org/officeDocument/2006/relationships/image" Target="../media/image-5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640080"/>
            <a:ext cx="1005840" cy="1005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7175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5815" y="640080"/>
            <a:ext cx="1051560" cy="10515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2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3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4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237744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client shape used in demos/Demo.WebAgentApp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"AzureOpenAI:Endpoint"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"/openai/v1"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"AzureOpenAI:Key"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26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under investigation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in progress · Gemini under investigation</a:t>
            </a:r>
            <a:endParaRPr lang="en-US" sz="1300" dirty="0"/>
          </a:p>
        </p:txBody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 mode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but capable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 model run phi-4-mini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Foundry Local exposes an OpenAI-compatible endpoint —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SDK you'd use against the cloud, different URL.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"not-used"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Endpoint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"http://localhost:5273/v1"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reasoning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on device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tradeoff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Workflow.AsAIAgent()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 OF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it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 IChatClient — any tier — and wrap it as an agent.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768096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31720"/>
            <a:ext cx="7223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Take any IChatClient — Apple, Foundry Local, Cloud…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Wrap it as an agent (with optional tools)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"agent"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Keep a session for conversation state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session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CreateSessionAsync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4. Stream the response, token by token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session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458200" y="219456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0" y="237744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4108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281160" y="233172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281160" y="265176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IChatClient — Apple, Foundry Local, Azure OpenAI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58200" y="320040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41080" y="338328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4108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81160" y="333756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65760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[ExportAIFunction] generates AITool descriptors at compile time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58200" y="420624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438912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81160" y="434340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81160" y="466344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carries history across runs — no manual list-juggling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58200" y="521208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0" y="539496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81160" y="534924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81160" y="566928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RunStreamingAsync yields AgentResponseUpdate — wire to your UI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252831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5615" y="36255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5615" y="472287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65615" y="582015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 triage → cloud expert."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28800" y="5870448"/>
            <a:ext cx="310896" cy="3108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2240280" y="585216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Hand-off pattern:  local triage  →  cloud reasoning  →  local rendering</a:t>
            </a:r>
            <a:endParaRPr lang="en-US" sz="16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MAUI app, web DevUI app, and orchestration samples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AgentSession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94360"/>
            <a:ext cx="1051560" cy="10515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5960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26080" y="640080"/>
            <a:ext cx="1005840" cy="10058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2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3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2026-05-27T01:33:47Z</dcterms:created>
  <dcterms:modified xsi:type="dcterms:W3CDTF">2026-05-27T01:33:47Z</dcterms:modified>
</cp:coreProperties>
</file>