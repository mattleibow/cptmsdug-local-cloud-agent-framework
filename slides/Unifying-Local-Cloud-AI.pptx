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265615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180015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10911535" y="502920"/>
            <a:ext cx="1097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CompleteChatAsync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Latency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Connectivity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Quality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Cost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· 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· tool calls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shipped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~3.3B Phi-3.5-class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maui-labs PR #178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0392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.NET wrapper under investigation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 shape, Apple today · Phi Silica in progress · Gemini under investigation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✈️ 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🆓 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🔒 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first token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Airplane mode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Tiny but capable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The limit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 from the CLI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 model run phi-4-mini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Manager owns the dynamic endpoint + key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FoundryLocalManager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StartModelAsync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Real reasoning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Stays on device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OpenAI-compatible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The tradeoff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WorkflowAgent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LINES OF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it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an IChatClient — any tier — and wrap it as an agent.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768096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31720"/>
            <a:ext cx="72237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Take any IChatClient — Apple, Foundry Local, Cloud…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Wrap it as an agent (with optional tools)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TravelToolContext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Keep a thread for conversation state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AgentThread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thread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GetNewThread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4. Stream the response, token by token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thread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458200" y="219456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0" y="237744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4108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281160" y="233172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281160" y="265176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IChatClient — Apple, Foundry Local, Azure OpenAI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58200" y="320040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41080" y="338328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4108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81160" y="333756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81160" y="365760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[ExportAIFunction] generates AITool descriptors at compile time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58200" y="420624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438912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281160" y="434340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81160" y="466344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carries history across runs — no manual list-juggling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58200" y="521208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0" y="539496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5394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81160" y="534924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81160" y="566928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RunStreamingAsync yields AgentRunResponseUpdate — wire to your UI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2286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286000"/>
            <a:ext cx="365760" cy="2286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365760" cy="2286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Mixing It All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MAUI app. Three AI tiers. Same AIAgent code path.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20040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</a:t>
            </a:r>
            <a:pPr indent="0" marL="0">
              <a:buNone/>
            </a:pPr>
            <a:r>
              <a:rPr lang="en-US" sz="10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Microsoft.Maui.Essentials.AI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17720" y="320040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1E1B4B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</a:t>
            </a:r>
            <a:pPr indent="0" marL="0">
              <a:buNone/>
            </a:pPr>
            <a:r>
              <a:rPr lang="en-US" sz="10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0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"not-used"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0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Endpoint </a:t>
            </a:r>
            <a:pPr indent="0" marL="0">
              <a:buNone/>
            </a:pPr>
            <a:r>
              <a:rPr lang="en-US" sz="10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412480" y="320040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9536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</a:t>
            </a:r>
            <a:pPr indent="0" marL="0">
              <a:buNone/>
            </a:pPr>
            <a:r>
              <a:rPr lang="en-US" sz="10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endpoint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0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5577840"/>
            <a:ext cx="10545775" cy="822960"/>
          </a:xfrm>
          <a:prstGeom prst="roundRect">
            <a:avLst>
              <a:gd name="adj" fmla="val 11111"/>
            </a:avLst>
          </a:prstGeom>
          <a:solidFill>
            <a:srgbClr val="0F0A2E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5778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algn="ctr" indent="0" marL="0">
              <a:buNone/>
            </a:pPr>
            <a:r>
              <a:rPr lang="en-US" sz="15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algn="ctr" indent="0" marL="0">
              <a:buNone/>
            </a:pPr>
            <a:r>
              <a:rPr lang="en-US" sz="15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algn="ctr" indent="0" marL="0">
              <a:buNone/>
            </a:pPr>
            <a:r>
              <a:rPr lang="en-US" sz="15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algn="ctr" indent="0" marL="0">
              <a:buNone/>
            </a:pPr>
            <a:r>
              <a:rPr lang="en-US" sz="15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algn="ctr" indent="0" marL="0">
              <a:buNone/>
            </a:pPr>
            <a:r>
              <a:rPr lang="en-US" sz="15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algn="ctr" indent="0" marL="0">
              <a:buNone/>
            </a:pPr>
            <a:r>
              <a:rPr lang="en-US" sz="15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helpful."</a:t>
            </a:r>
            <a:pPr algn="ctr" indent="0" marL="0">
              <a:buNone/>
            </a:pPr>
            <a:r>
              <a:rPr lang="en-US" sz="15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algn="ctr" indent="0" marL="0">
              <a:buNone/>
            </a:pPr>
            <a:r>
              <a:rPr lang="en-US" sz="15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algn="ctr" indent="0" marL="0">
              <a:buNone/>
            </a:pPr>
            <a:r>
              <a:rPr lang="en-US" sz="15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←  identical for every tier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7315200" cy="45720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031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66344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is non-negotiable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752344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606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108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connectivity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255264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3108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611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 matters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3758184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6118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148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frontier reasoning / tools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4261104"/>
            <a:ext cx="201168" cy="20116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41148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61772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6177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/ multimodal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63440" y="4764024"/>
            <a:ext cx="201168" cy="20116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46177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51206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data egress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663440" y="5266944"/>
            <a:ext cx="201168" cy="20116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5120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62356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6235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63440" y="5769864"/>
            <a:ext cx="201168" cy="20116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56235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pre-roll, post-roll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229600" y="2103120"/>
            <a:ext cx="3504895" cy="4023360"/>
          </a:xfrm>
          <a:prstGeom prst="roundRect">
            <a:avLst>
              <a:gd name="adj" fmla="val 3131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0" y="2286000"/>
            <a:ext cx="2956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03920" y="2697480"/>
            <a:ext cx="29562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me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8503920" y="3291840"/>
            <a:ext cx="2956255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· X · LinkedIn
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+ demo code
</a:t>
            </a:r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
</a:t>
            </a:r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/cptmsdug-local-cloud-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agent-framework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48640" y="6035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2026-05-26T23:56:21Z</dcterms:created>
  <dcterms:modified xsi:type="dcterms:W3CDTF">2026-05-26T23:56:21Z</dcterms:modified>
</cp:coreProperties>
</file>