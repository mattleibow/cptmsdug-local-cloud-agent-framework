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client shape used in demos/Demo.WebAgentApp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"AzureOpenAI:Endpoint"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"/openai/v1"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"AzureOpenAI:Key"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Foundry Local exposes an OpenAI-compatible endpoint —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same SDK you'd use against the cloud, different URL.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"not-used"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"http://localhost:5273/v1"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reasoning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on device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"agent"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session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CreateSessionAsync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AgentResponseUpdate — wire to your UI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 —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... */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EmbeddingGenerator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embeddingClient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AsIEmbeddingGenerator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Speak every agent's language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the de-facto standard for AI tools. GitHub, Playwright, your filesystem — 1000+ servers, all reachable in three lines.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Launch any MCP server — here, the official GitHub server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StdioClientTransport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Name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"GitHub"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Command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"npx"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Arguments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"@modelcontextprotocol/server-github"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Discover the tools it exposes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IList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McpClientTool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tools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mcp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them to your agent — McpClientTool IS an AITool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questions about GitHub repos."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last 5 commits to dotnet/maui"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2423160"/>
            <a:ext cx="3184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ANY 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66760" y="2880360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0" y="2788920"/>
            <a:ext cx="3001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indent="0" marL="0">
              <a:buNone/>
            </a:pPr>
            <a:r>
              <a:rPr lang="en-US" sz="12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code, issues, PRs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66760" y="3227832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0" y="3136392"/>
            <a:ext cx="3001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pPr indent="0" marL="0">
              <a:buNone/>
            </a:pPr>
            <a:r>
              <a:rPr lang="en-US" sz="12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drive a browser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366760" y="3575304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0" y="3483864"/>
            <a:ext cx="3001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pPr indent="0" marL="0">
              <a:buNone/>
            </a:pPr>
            <a:r>
              <a:rPr lang="en-US" sz="12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read/write files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66760" y="3922776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3831336"/>
            <a:ext cx="3001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pPr indent="0" marL="0">
              <a:buNone/>
            </a:pPr>
            <a:r>
              <a:rPr lang="en-US" sz="12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query your DB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366760" y="4270248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0" y="4178808"/>
            <a:ext cx="3001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…1000+ more</a:t>
            </a:r>
            <a:pPr indent="0" marL="0">
              <a:buNone/>
            </a:pPr>
            <a:r>
              <a:rPr lang="en-US" sz="12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and growing fast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92440" y="4800600"/>
            <a:ext cx="3642055" cy="1508760"/>
          </a:xfrm>
          <a:prstGeom prst="roundRect">
            <a:avLst>
              <a:gd name="adj" fmla="val 6061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21040" y="4983480"/>
            <a:ext cx="365760" cy="36576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823960" y="4937760"/>
            <a:ext cx="2727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both ways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321040" y="5349240"/>
            <a:ext cx="318485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any AIAgent as an MCP server — your MAUI app becomes consumable by Claude Desktop, VS Code, Cursor…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2026-05-27T13:19:40Z</dcterms:created>
  <dcterms:modified xsi:type="dcterms:W3CDTF">2026-05-27T13:19:40Z</dcterms:modified>
</cp:coreProperties>
</file>