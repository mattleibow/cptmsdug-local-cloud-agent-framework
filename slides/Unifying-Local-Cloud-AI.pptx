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65615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180015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10911535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CompleteChatAsync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Latency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Connectivity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Quality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Cost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· 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· tool calls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~3.3B Phi-3.5-class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under investigation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in progress · Gemini under investigation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✈️ 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🆓 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🔒 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first token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Airplane mode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Tiny but capable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limit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Manager owns the dynamic endpoint + key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FoundryLocalManager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StartModelAsync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Real reasoning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Stays on device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OpenAI-compatible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The tradeoff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WorkflowAgent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 OF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IChatClient — any tier — and wrap it as an agent.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7223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Take any IChatClient — Apple, Foundry Local, Cloud…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Wrap it as an agent (with optional tools)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Keep a thread for conversation state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AgentThread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GetNewThread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4. Stream the response, token by token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458200" y="219456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0" y="237744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41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281160" y="233172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281160" y="265176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IChatClient — Apple, Foundry Local, Azure OpenAI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58200" y="320040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41080" y="338328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108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81160" y="333756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65760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[ExportAIFunction] generates AITool descriptors at compile time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58200" y="420624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438912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81160" y="434340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81160" y="466344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carries history across runs — no manual list-juggling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58200" y="521208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539496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534924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81160" y="566928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RunStreamingAsync yields AgentRunResponseUpdate — wire to your UI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19895" y="237744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19895" y="347472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19895" y="457200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19895" y="5669280"/>
            <a:ext cx="548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📱 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☁️ 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🔗 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5852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 Hand-off pattern:  local triage  →  cloud reasoning  →  local rendering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slides, all four demos, ready to clone &amp; run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AgentThread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554480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2286000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2026-05-27T00:39:41Z</dcterms:created>
  <dcterms:modified xsi:type="dcterms:W3CDTF">2026-05-27T00:39:41Z</dcterms:modified>
</cp:coreProperties>
</file>