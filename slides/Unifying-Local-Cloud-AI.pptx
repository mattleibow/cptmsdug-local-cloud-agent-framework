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sv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640080"/>
            <a:ext cx="1005840" cy="10058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7175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5815" y="640080"/>
            <a:ext cx="1051560" cy="10515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2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3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4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5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383280" cy="33832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5" name="Image 0" descr="assets/prof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57400"/>
            <a:ext cx="3200400" cy="3200400"/>
          </a:xfrm>
          <a:prstGeom prst="ellipse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237744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26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calling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45896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1556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ready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language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3440" y="5458968"/>
            <a:ext cx="237744" cy="237744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95604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in PR #178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7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03920" y="5458968"/>
            <a:ext cx="237744" cy="23774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8796528" y="5440680"/>
            <a:ext cx="28620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IChatClient exploring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IChatClient. Apple ready, Phi Silica in PR, Gemini exploring.</a:t>
            </a:r>
            <a:endParaRPr lang="en-US" sz="13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8" name="Text 3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046720" y="3648456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94192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394192" y="3886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46720" y="4288536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394192" y="42519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Airplane mode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8394192" y="4526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46720" y="492861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394192" y="48920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but capable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8394192" y="5166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46720" y="5568696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55321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94192" y="5806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Workflow.AsAIAgent()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AgentSession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your agent hands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Decorate a C# method. The source generator turns it into an AI-callable tool — strongly typed, DI-aware, AOT-safe.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Decorate any method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  Params get [Description], DI gets [FromServices]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"Searches restaurants in a city."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ExportAIFunction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"search_restaurants"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SearchRestaurants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"The city"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city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FromServices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Source generator builds a context class for you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AIToolSource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typeof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partial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TravelToolContext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AIToolContext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Hand the tools to any agent — same pattern, every tier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5320" y="2468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Source-gen, no reflection — AOT-safe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[FromServices] injects per call — keep tools static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75320" y="4480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in ApprovalRequiredAIFunction → human-in-loop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5486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tools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file search · code interpreter · MCP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PROVIDERS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and memory, one plug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AIContextProviders is the slot where knowledge meets the model — vector search, long-term memory, dynamic instructions.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731520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423160"/>
            <a:ext cx="6858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Any IVectorStore from Microsoft.Extensions.VectorData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VectorStore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InMemoryVectorStore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ChatClientAgentOptions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AIContextProviders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RAG — pull the top-k chunks before each model call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hits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TextSearchResult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SourceName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Text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Memory — semantic recall across past sessions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ChatHistoryMemoryProvider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"chathistory"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3072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92440" y="228600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75320" y="246888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62188" y="255574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915400" y="242316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built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915400" y="274320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TextSearchProvider injects context every turn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092440" y="329184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75320" y="347472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62188" y="356158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915400" y="342900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memory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8915400" y="374904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similar past chats — across sessions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092440" y="429768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275320" y="448056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62188" y="45674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15400" y="443484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backend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915400" y="475488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InMemory · Azure AI Search · Cosmos · Qdrant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092440" y="5303520"/>
            <a:ext cx="364205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275320" y="548640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62188" y="557326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8915400" y="5440680"/>
            <a:ext cx="2727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persistence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8915400" y="5760720"/>
            <a:ext cx="272765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agent.SerializeSession(s) → ship to SQLite</a:t>
            </a:r>
            <a:endParaRPr lang="en-US" sz="10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082735" y="237744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65615" y="2528316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59975" y="2468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859975" y="27432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raw, may have PII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0408615" y="310896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317175" y="333756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082735" y="347472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65615" y="3625596"/>
            <a:ext cx="384048" cy="38404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9859975" y="356616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9859975" y="38404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408615" y="420624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10317175" y="443484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9082735" y="457200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65615" y="4722876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859975" y="4663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9859975" y="49377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10408615" y="5303520"/>
            <a:ext cx="0" cy="22860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 flipV="1">
            <a:off x="10317175" y="5532120"/>
            <a:ext cx="182880" cy="164592"/>
          </a:xfrm>
          <a:prstGeom prst="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082735" y="5669280"/>
            <a:ext cx="2651760" cy="685800"/>
          </a:xfrm>
          <a:prstGeom prst="roundRect">
            <a:avLst>
              <a:gd name="adj" fmla="val 24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65615" y="582015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859975" y="5760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answer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9859975" y="6035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sanitised reply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822960" y="2377440"/>
            <a:ext cx="7985455" cy="4114800"/>
          </a:xfrm>
          <a:prstGeom prst="roundRect">
            <a:avLst>
              <a:gd name="adj" fmla="val 2222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051560" y="2542032"/>
            <a:ext cx="7528255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    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"Private triage → cloud expert."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28800" y="5870448"/>
            <a:ext cx="310896" cy="310896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2240280" y="5852160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Hand-off pattern:  local triage  →  cloud reasoning  →  local rendering</a:t>
            </a:r>
            <a:endParaRPr lang="en-US" sz="1600" dirty="0"/>
          </a:p>
        </p:txBody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MAUI app, web DevUI app, and orchestration samples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AgentSession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80015" y="502920"/>
            <a:ext cx="329184" cy="329184"/>
          </a:xfrm>
          <a:prstGeom prst="rect">
            <a:avLst/>
          </a:prstGeom>
        </p:spPr>
      </p:pic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64063" y="502920"/>
            <a:ext cx="329184" cy="329184"/>
          </a:xfrm>
          <a:prstGeom prst="rect">
            <a:avLst/>
          </a:prstGeom>
        </p:spPr>
      </p:pic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948111" y="502920"/>
            <a:ext cx="329184" cy="329184"/>
          </a:xfrm>
          <a:prstGeom prst="rect">
            <a:avLst/>
          </a:prstGeom>
        </p:spPr>
      </p:pic>
      <p:sp>
        <p:nvSpPr>
          <p:cNvPr id="44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594360"/>
            <a:ext cx="1051560" cy="10515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65960" y="713232"/>
            <a:ext cx="868680" cy="86868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26080" y="640080"/>
            <a:ext cx="1005840" cy="10058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2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3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2026-05-27T14:03:54Z</dcterms:created>
  <dcterms:modified xsi:type="dcterms:W3CDTF">2026-05-27T14:03:54Z</dcterms:modified>
</cp:coreProperties>
</file>