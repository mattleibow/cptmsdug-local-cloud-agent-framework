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65615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180015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911535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Llama, Titan, Mistral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up-to-date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client = new AzureOpenAIClient(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Uri(endpoint),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ApiKeyCredential(key));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 = client.GetChatClient("gpt-4o");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response = await chat.CompleteChatAsync(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"Summarise the agenda for today.");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Console.WriteLine(response.Value.Content[0].Text);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Latency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Connectivity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Quality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Cost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fallback via Private Cloud Compute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406908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~3.8B Phi-class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WinML / ONNX Runtime path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Summarize, rewrite, generate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06908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API (alpha)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FoundationModels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session = LanguageModelSession()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result = try await session.respond(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to: "Summarise the agenda for today.")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print(result.content)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✈️  Works in airplane mode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🆓  No API key, no per-token cost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🔒  Data never leaves the device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first token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Airplane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Tiny but capable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foundry model run phi-4-mini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Same OpenAI shape, different base URL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client = new OpenAIClient(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Uri("http://localhost:5273/v1"),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ApiKeyCredential("local"));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 = client.GetChatClient("phi-4-mini");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response = await chat.CompleteChatAsync(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"Summarise the agenda for today.");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Real reasoning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Stays on device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OpenAI-compatible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The tradeoff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7947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7947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7947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2377440"/>
            <a:ext cx="3291840" cy="2880360"/>
          </a:xfrm>
          <a:prstGeom prst="roundRect">
            <a:avLst>
              <a:gd name="adj" fmla="val 4762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297680" y="33832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· Tools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· Streaming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97680" y="4754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863840" y="2377440"/>
            <a:ext cx="3870655" cy="2880360"/>
          </a:xfrm>
          <a:prstGeom prst="roundRect">
            <a:avLst>
              <a:gd name="adj" fmla="val 3175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0" y="2514600"/>
            <a:ext cx="3504895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chatClient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.CreateAIAgent(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"assistant");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agent.RunStreamingAsync(prompt))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2286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365760" cy="2286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Mixing It All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MAUI app. Three AI tiers. Same AIAgent code path.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AppleIntelligence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.FoundationModelsClient();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OpenAIClient(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Uri("http://localhost:5273/v1"),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ApiKeyCredential("local"))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.GetChatClient("phi-4-mini")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.AsIChatClient();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41248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9536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AzureOpenAIClient(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endpoint, credential)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.GetChatClient("gpt-4o")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.AsIChatClient();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577840"/>
            <a:ext cx="10545775" cy="822960"/>
          </a:xfrm>
          <a:prstGeom prst="roundRect">
            <a:avLst>
              <a:gd name="adj" fmla="val 11111"/>
            </a:avLst>
          </a:prstGeom>
          <a:solidFill>
            <a:srgbClr val="0F0A2E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5778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chatClient.CreateAIAgent("You are helpful.");</a:t>
            </a:r>
            <a:pPr algn="ctr" indent="0" marL="0">
              <a:buNone/>
            </a:pPr>
            <a:r>
              <a:rPr lang="en-US" sz="15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←  identical for every tier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315200" cy="45720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03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is non-negotiable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75234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606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108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connectivity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25526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611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 matters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375818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6118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frontier reasoning / tools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4261104"/>
            <a:ext cx="201168" cy="20116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1148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6177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/ multimodal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4764024"/>
            <a:ext cx="201168" cy="20116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46177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51206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data egress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5266944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5120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6235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63440" y="5769864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56235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pre-roll, post-roll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229600" y="2103120"/>
            <a:ext cx="3504895" cy="4023360"/>
          </a:xfrm>
          <a:prstGeom prst="roundRect">
            <a:avLst>
              <a:gd name="adj" fmla="val 3131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0" y="2286000"/>
            <a:ext cx="2956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0" y="2697480"/>
            <a:ext cx="2956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me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8503920" y="3291840"/>
            <a:ext cx="2956255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X · LinkedIn
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+ demo code
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
</a:t>
            </a:r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/cptmsdug-local-cloud-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agent-framework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48640" y="6035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2026-05-26T23:12:59Z</dcterms:created>
  <dcterms:modified xsi:type="dcterms:W3CDTF">2026-05-26T23:12:59Z</dcterms:modified>
</cp:coreProperties>
</file>