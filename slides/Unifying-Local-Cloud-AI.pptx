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image" Target="../media/image-5-13.png"/><Relationship Id="rId14" Type="http://schemas.openxmlformats.org/officeDocument/2006/relationships/image" Target="../media/image-5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640080"/>
            <a:ext cx="1005840" cy="100584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17175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5815" y="640080"/>
            <a:ext cx="1051560" cy="10515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2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3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4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237744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Calling the 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Azure OpenAI call — the baseline everyone already ships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CompleteChatAsync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 — feel it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Wi-Fi off and watch it fail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Frontier-class reasoning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metered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· 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 · tool calls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shipped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~3.3B Phi-3.5-class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maui-labs PR #178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0392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.NET wrapper under investigation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 shape, Apple today · Phi Silica in progress · Gemini under investigation</a:t>
            </a:r>
            <a:endParaRPr lang="en-US" sz="1300" dirty="0"/>
          </a:p>
        </p:txBody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Airplane mode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but capable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Big Brain, Locally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hosting a Phi-class LLM on this laptop — OpenAI-compatible endpoint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a local model from the CLI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 model run phi-4-mini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Manager owns the dynamic endpoint + key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manager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FoundryLocalManager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StartModelAsync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manager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reasoning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Multi-billion-param model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on device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egress, no API key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SDK, swap the URL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tradeoff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+ RAM + warm-up time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WorkflowAgent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LINES OF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it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an IChatClient — any tier — and wrap it as an agent.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768096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31720"/>
            <a:ext cx="72237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Take any IChatClient — Apple, Foundry Local, Cloud…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Wrap it as an agent (with optional tools)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Keep a thread for conversation state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AgentThread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thread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GetNewThread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4. Stream the response, token by token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thread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458200" y="219456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0" y="237744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4108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281160" y="233172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281160" y="265176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IChatClient — Apple, Foundry Local, Azure OpenAI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58200" y="320040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41080" y="338328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4108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81160" y="333756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81160" y="365760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[ExportAIFunction] generates AITool descriptors at compile time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58200" y="420624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438912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4108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281160" y="434340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81160" y="466344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carries history across runs — no manual list-juggling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58200" y="521208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41080" y="539496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41080" y="5394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81160" y="534924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281160" y="566928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RunStreamingAsync yields AgentRunResponseUpdate — wire to your UI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3429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365760" cy="3429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5029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of Agents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 compose agents — local privacy on the bookends, cloud reasoning in the middle.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82735" y="237744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2528316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59975" y="2468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859975" y="27432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may have PII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408615" y="310896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317175" y="333756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082735" y="347472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65615" y="36255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859975" y="35661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9859975" y="38404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408615" y="420624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 flipV="1">
            <a:off x="10317175" y="443484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082735" y="457200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65615" y="4722876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859975" y="4663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9859975" y="49377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0408615" y="530352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 flipV="1">
            <a:off x="10317175" y="553212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82735" y="566928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65615" y="582015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859975" y="5760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answer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9859975" y="6035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sanitised reply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22960" y="2377440"/>
            <a:ext cx="7985455" cy="4114800"/>
          </a:xfrm>
          <a:prstGeom prst="roundRect">
            <a:avLst>
              <a:gd name="adj" fmla="val 2222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1051560" y="2542032"/>
            <a:ext cx="752825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Local — Apple Intelligence, on the device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"Strip personal info. Return only topic + intent."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"triage"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Cloud — Azure OpenAI, frontier reasoning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endpoint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"Answer with depth and current context."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"expert"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MAF workflow — pipe local → cloud, expose as an agent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AgentWorkflowBuilder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BuildSequential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userInput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— pick the tier that fits the task, and let MAF handle the rest.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410048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Local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it on the device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68680" y="368503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non-negotiable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network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519379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pre/post-roll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2331720"/>
            <a:ext cx="5410048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7328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07328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the frontier brain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553048" y="368503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7368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deep reasoning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53048" y="418795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27368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· multimodal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3048" y="469087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7368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requiring web data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53048" y="519379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7368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egress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28800" y="5870448"/>
            <a:ext cx="310896" cy="31089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2240280" y="5852160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Hand-off pattern:  local triage  →  cloud reasoning  →  local rendering</a:t>
            </a:r>
            <a:endParaRPr lang="en-US" sz="16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these — the deck, the demos, and the docs that back every claim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deck + demo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slides, all four demos, ready to clone &amp; run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28600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0248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0248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10248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 · AgentThread · workflows · DevUI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Microsoft.Extensions.AI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learn.microsoft.com/dotnet/ai/microsoft-extensions-ai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IChatClient abstraction MAF builds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008" y="374904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10248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maui-labs (Essentials.AI · AI.Attributes · DevFlow)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10248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10248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wrapper, source-gen tools, AI-driven app debugging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25880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github.com/microsoft/Foundry-Local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25880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 running on your laptop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3008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33008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1608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010248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FoundationModels  ·  Windows AI APIs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10248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developer.apple.com/documentation/foundationmodels  ·  learn.microsoft.com/windows/ai/apis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10248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platforms — straight from the source</a:t>
            </a:r>
            <a:endParaRPr lang="en-US" sz="110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25935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94360"/>
            <a:ext cx="1051560" cy="105156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5960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26080" y="640080"/>
            <a:ext cx="1005840" cy="100584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377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7" name="Text 2"/>
          <p:cNvSpPr/>
          <p:nvPr/>
        </p:nvSpPr>
        <p:spPr>
          <a:xfrm>
            <a:off x="82296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3"/>
          <p:cNvSpPr/>
          <p:nvPr/>
        </p:nvSpPr>
        <p:spPr>
          <a:xfrm>
            <a:off x="82296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2026-05-27T00:54:50Z</dcterms:created>
  <dcterms:modified xsi:type="dcterms:W3CDTF">2026-05-27T00:54:50Z</dcterms:modified>
</cp:coreProperties>
</file>