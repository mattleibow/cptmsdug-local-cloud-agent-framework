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image" Target="../media/image-6-13.png"/><Relationship Id="rId14" Type="http://schemas.openxmlformats.org/officeDocument/2006/relationships/image" Target="../media/image-6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64008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7175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5815" y="640080"/>
            <a:ext cx="1051560" cy="1051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2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3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4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237744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26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45896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1556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ready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440" y="545896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95604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in PR #178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7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03920" y="5458968"/>
            <a:ext cx="237744" cy="23774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9652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exploring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IChatClient. Apple ready, Phi Silica in PR, Gemini exploring.</a:t>
            </a:r>
            <a:endParaRPr lang="en-US" sz="13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but capable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Workflow.AsAIAgent()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agent hands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Decorate a C# method. The source generator turns it into an AI-callable tool — strongly typed, DI-aware, AOT-safe.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Decorate any method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Params get [Description], DI gets [FromServices]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"Searches restaurants in a city."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ExportAIFunction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"search_restaurants"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SearchRestaurants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city"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FromServices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Source generator builds a context class for you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AIToolSource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partial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Hand the tools to any agent — same pattern, every tier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532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Source-gen, no reflection — AOT-safe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[FromServices] injects per call — keep tools static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4480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ApprovalRequiredAIFunction → human-in-loop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5486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tools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file search · code interpreter · MCP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and memory, one plug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AIContextProviders is the slot where knowledge meets the model — vector search, long-term memory, dynamic instructions.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IVectorStore from Microsoft.Extensions.VectorData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InMemoryVectorStore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AIContextProviders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RAG — pull the top-k chunks before each model call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TextSearchResult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SourceName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Memory — semantic recall across past sessions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ChatHistoryMemoryProvider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"chathistory"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3072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2188" y="255574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built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TextSearchProvider injects context every turn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62188" y="356158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memory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similar past chats — across sessions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62188" y="456742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backend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 · Azure AI Search · Cosmos · Qdrant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62188" y="557326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persistence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agent.SerializeSession(s) → ship to SQLite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 triage → cloud expert."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28800" y="5870448"/>
            <a:ext cx="310896" cy="3108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240280" y="5852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Hand-off pattern:  local triage  →  cloud reasoning  →  local rendering</a:t>
            </a:r>
            <a:endParaRPr lang="en-US" sz="16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MAUI app, web DevUI app, and orchestration samples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AgentSession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94360"/>
            <a:ext cx="1051560" cy="10515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5960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640080"/>
            <a:ext cx="1005840" cy="10058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2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3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2026-05-27T13:51:03Z</dcterms:created>
  <dcterms:modified xsi:type="dcterms:W3CDTF">2026-05-27T13:51:03Z</dcterms:modified>
</cp:coreProperties>
</file>