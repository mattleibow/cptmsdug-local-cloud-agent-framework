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image" Target="../media/image-5-13.png"/><Relationship Id="rId14" Type="http://schemas.openxmlformats.org/officeDocument/2006/relationships/image" Target="../media/image-5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sv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640080"/>
            <a:ext cx="1005840" cy="100584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17175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5815" y="640080"/>
            <a:ext cx="1051560" cy="10515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2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3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4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237744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Same client shape used in demos/Demo.WebAgentApp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"AzureOpenAI:Endpoint"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"/openai/v1"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"AzureOpenAI:Key"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26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shipped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language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maui-labs PR #178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0392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.NET wrapper under investigation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 shape, Apple today · Phi Silica in progress · Gemini under investigation</a:t>
            </a:r>
            <a:endParaRPr lang="en-US" sz="1300" dirty="0"/>
          </a:p>
        </p:txBody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 mode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but capable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 from the CLI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 model run phi-4-mini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Foundry Local exposes an OpenAI-compatible endpoint —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same SDK you'd use against the cloud, different URL.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"not-used"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Endpoint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"http://localhost:5273/v1"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reasoning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on device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tradeoff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Workflow.AsAIAgent()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3429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65760" cy="3429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5029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of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 compose agents — local privacy on the bookends, cloud reasoning in the middle.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82735" y="237744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2528316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59975" y="2468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859975" y="27432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may have PII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08615" y="310896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317175" y="333756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082735" y="347472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65615" y="36255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859975" y="35661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859975" y="38404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408615" y="420624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flipV="1">
            <a:off x="10317175" y="443484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082735" y="457200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5615" y="4722876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859975" y="4663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9859975" y="49377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0408615" y="530352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 flipV="1">
            <a:off x="10317175" y="553212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82735" y="566928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65615" y="582015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859975" y="5760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answer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9859975" y="6035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sanitised reply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22960" y="2377440"/>
            <a:ext cx="7985455" cy="4114800"/>
          </a:xfrm>
          <a:prstGeom prst="roundRect">
            <a:avLst>
              <a:gd name="adj" fmla="val 2222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051560" y="2542032"/>
            <a:ext cx="752825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Local — Apple Intelligence, on the device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"triage"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"Strip personal info. Return only topic + intent."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Cloud — Azure OpenAI, frontier reasoning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"expert"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with depth and current context."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MAF workflow — pipe local → cloud, expose as an agent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AgentWorkflowBuilder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BuildSequential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"Private triage → cloud expert."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userInput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your agent hands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Decorate a C# method. The source generator turns it into an AI-callable tool — strongly typed, DI-aware, AOT-safe.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Decorate any method — params get [Description], DI gets [FromServices]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"Searches restaurants in a city."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ExportAIFunction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"search_restaurants"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SearchRestaurants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"The city"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city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FromServices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... */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Source generator builds a context class for you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AIToolSource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partial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Hand the tools to any agent — same pattern, every tier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75320" y="2468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Source-gen, no reflection — AOT-safe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[FromServices] injects per call — keep tools static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75320" y="4480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in ApprovalRequiredAIFunction → human-in-loop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5486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tools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· file search · code interpreter · MCP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and memory, one plug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AIContextProviders is the slot where knowledge meets the model — vector search, long-term memory, dynamic instructions.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Any IVectorStore from Microsoft.Extensions.VectorData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InMemoryVectorStore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EmbeddingGenerator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embeddingClient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AsIEmbeddingGenerator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ChatClientAgentOptions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AIContextProviders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RAG — pull the top-k chunks before each model call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TextSearchResult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SourceName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Memory — semantic recall across past sessions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ChatHistoryMemoryProvider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"chathistory"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3072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62188" y="255574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built 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TextSearchProvider injects context every turn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62188" y="356158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memory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similar past chats — across sessions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62188" y="456742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backend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 · Azure AI Search · Cosmos · Qdrant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62188" y="557326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persistence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agent.SerializeSession(s) → ship to SQLite</a:t>
            </a:r>
            <a:endParaRPr lang="en-US" sz="10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28800" y="5870448"/>
            <a:ext cx="310896" cy="31089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2240280" y="5852160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Hand-off pattern:  local triage  →  cloud reasoning  →  local rendering</a:t>
            </a:r>
            <a:endParaRPr lang="en-US" sz="16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MAUI app, web DevUI app, and orchestration samples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AgentSession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94360"/>
            <a:ext cx="1051560" cy="105156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5960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26080" y="640080"/>
            <a:ext cx="1005840" cy="10058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2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3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2026-05-27T13:25:42Z</dcterms:created>
  <dcterms:modified xsi:type="dcterms:W3CDTF">2026-05-27T13:25:42Z</dcterms:modified>
</cp:coreProperties>
</file>