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45896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1556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ready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545896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5604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in PR #178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920" y="54589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9652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exploring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IChatClient. Apple ready, Phi Silica in PR, Gemini exploring.</a:t>
            </a:r>
            <a:endParaRPr lang="en-US" sz="13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2026-05-27T13:47:53Z</dcterms:created>
  <dcterms:modified xsi:type="dcterms:W3CDTF">2026-05-27T13:47:53Z</dcterms:modified>
</cp:coreProperties>
</file>